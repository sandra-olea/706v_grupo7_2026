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OtfiixEQ0Ayy5R+fCYKLrc9an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73141E-3632-4C41-A407-685340109A15}">
  <a:tblStyle styleId="{0373141E-3632-4C41-A407-685340109A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EBD62B0-1668-45E9-81DE-D92F0292D02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9EFF7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9EFF7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“VITTA”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17" cy="4592915"/>
            <a:chOff x="0" y="0"/>
            <a:chExt cx="6781017" cy="4592915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99732" y="0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Pamela Romero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 / DBA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Planificación y coordinación del proyecto, gestión de riesgos y diseño y administración de la base de datos.</a:t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43528" y="143528"/>
              <a:ext cx="1356203" cy="1148229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578814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99732" y="1578814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Javiera Pérez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 / Diseñador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backend y móvil, diseño de interfaces, integración de componentes y documentación técnica.</a:t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43528" y="1722343"/>
              <a:ext cx="1356203" cy="1148229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3157629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99732" y="3157629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Karina Tobar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Funcional / QA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Levantamiento y análisis de requerimientos, análisis funcional, ejecución de pruebas y aseguramiento de calidad.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43528" y="3301158"/>
              <a:ext cx="1356203" cy="1148229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personas suelen distribuir su información de organización personal, bienestar y finanzas entre distintas herramientas, dificultando el seguimiento de sus actividades y avances. Además, registrar hábitos sin una visión consolidada puede reducir la constancia y motivación.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Vitta como aplicación móvil modular, permite registrar actividades e información de Alimentación e Hidratación, Dejar de fumar y Finanzas; consultar historial, metas y progreso, utilizar dashboard, calendario y recibir notificaciones, todo en un solo aplicativo.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incorpora además un componente administrativo para mantenedores.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modular orientada a la organización personal y al seguimiento de hábitos relacionados con el bienestar, que permita registrar información, establecer metas opcionales, visualizar progresos y utilizar diferentes funcionalidades y personalizaciones.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la aplicación móvil en React Native y JavaScript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bacakend en Python con API REST, autenticación y validaciones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módulos de Alimentación e Hidratación, Dejar de fumar y Finanzas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un dashboard, calendario, notificaciones, puntos y recompensas, logros, rachas y mascota virtual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módulo administrativo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914374" y="1664801"/>
            <a:ext cx="1007294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el registro, acceso, recuperación de contraseña y gestión del perfil.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la selección, habilitar y/o deshabilitar módulos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registro de actividades y metas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de alimentación e hidratación, dejar de fumar y finanzas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historiales, progresos, ver calendario y reportes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notificaciones, puntos, logros, rachas, recompensas y permite la personalización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Posee un componente administrativo de la app.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diagnósticos médicos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entrega asesoría nutricional o financiera profesional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inversiones ni toma decisiones financieras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genera un plan para dejar de fumar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Vitta considera dos tipos principales de usuarios:</a:t>
            </a:r>
            <a:b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 final: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 interesada en mejorar sus hábitos, organización personal y seguimiento de objetivos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 básica en aplicaciones móviles.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requiere conocimientos técnicos especializados.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de parámetros, mantenedores y configuraciones generales.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a funcionalidades administrativas restringidas.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 intermedia en sistemas.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14909" y="1807029"/>
            <a:ext cx="4931912" cy="4802115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Funcionales: 28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 de usuarios.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Recuperación de acceso.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Selección y gestión de módulos.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del progreso e historial.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 y recordatorios.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puntos y recompensas.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ingresos y gastos.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 del proceso de dejar de fumar.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alimentación e hidratación.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general.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Calendario.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 y mantención del sistema.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servicios externos.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545181" y="1807029"/>
            <a:ext cx="4811835" cy="4802115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funcionales: 12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Usabilidad.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 de credenciales.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Protección de información personal.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Compatibilidad móvil.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Mantenibilidad.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en capas.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Modularidad del código.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Manejo de errores.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698" y="2088697"/>
            <a:ext cx="5829302" cy="3546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414" y="2088697"/>
            <a:ext cx="5323173" cy="35460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/>
        </p:nvSpPr>
        <p:spPr>
          <a:xfrm>
            <a:off x="838200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Splash + Onboarding – Acceso y usuarios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13081" r="13304" t="0"/>
          <a:stretch/>
        </p:blipFill>
        <p:spPr>
          <a:xfrm>
            <a:off x="285931" y="1714787"/>
            <a:ext cx="2316480" cy="4709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070" y="1848356"/>
            <a:ext cx="9143999" cy="455793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838200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+ Módulo “Alimentación e Hidratación”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724464"/>
            <a:ext cx="9144000" cy="471971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 txBox="1"/>
          <p:nvPr>
            <p:ph type="title"/>
          </p:nvPr>
        </p:nvSpPr>
        <p:spPr>
          <a:xfrm>
            <a:off x="838200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Módulo “Finanzas”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type="title"/>
          </p:nvPr>
        </p:nvSpPr>
        <p:spPr>
          <a:xfrm>
            <a:off x="838200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Módulo “Dejar de fumar”</a:t>
            </a:r>
            <a:endParaRPr/>
          </a:p>
        </p:txBody>
      </p:sp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827848"/>
            <a:ext cx="9144000" cy="463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69" name="Google Shape;169;p12"/>
          <p:cNvGraphicFramePr/>
          <p:nvPr/>
        </p:nvGraphicFramePr>
        <p:xfrm>
          <a:off x="1708434" y="23568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{0373141E-3632-4C41-A407-685340109A15}</a:tableStyleId>
              </a:tblPr>
              <a:tblGrid>
                <a:gridCol w="3524900"/>
                <a:gridCol w="4718375"/>
              </a:tblGrid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8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 – Definición y planificación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s-CL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19/08/2026 – </a:t>
                      </a:r>
                      <a:r>
                        <a:rPr lang="es-CL" sz="2000"/>
                        <a:t>31</a:t>
                      </a:r>
                      <a:r>
                        <a:rPr lang="es-CL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/0</a:t>
                      </a:r>
                      <a:r>
                        <a:rPr lang="es-CL" sz="2000"/>
                        <a:t>8</a:t>
                      </a:r>
                      <a:r>
                        <a:rPr lang="es-CL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8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2.1 – Modelo Arquitectónico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31</a:t>
                      </a:r>
                      <a:r>
                        <a:rPr lang="es-CL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/0</a:t>
                      </a:r>
                      <a:r>
                        <a:rPr lang="es-CL" sz="2000"/>
                        <a:t>8</a:t>
                      </a:r>
                      <a:r>
                        <a:rPr lang="es-CL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/2026 – 26/09/2026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2.2 – Desarrollo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27/09/2026 – 28/11/2026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 – Pruebas y cierre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s-CL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29/11/2026 – 09/12/2026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graphicFrame>
        <p:nvGraphicFramePr>
          <p:cNvPr id="175" name="Google Shape;175;p13"/>
          <p:cNvGraphicFramePr/>
          <p:nvPr/>
        </p:nvGraphicFramePr>
        <p:xfrm>
          <a:off x="1900367" y="2076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{9EBD62B0-1668-45E9-81DE-D92F0292D021}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Costo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$4.440.313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 2.1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$3.845.563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 2.2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$17.598.750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$5.782.563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Costo del proyecto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$31.667.188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Contingencia 20%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$6.333.438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/>
                        <a:t>Total General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/>
                        <a:t>$38.000.625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641252" y="1828016"/>
            <a:ext cx="1086131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 Native + JavaScript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Python + API REST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HTTP/HTTPS +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Motor por definir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Git + GitHub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Modular y en capas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Vitta busca centralizar la organización personal y el seguimiento de hábitos relacionados con el bienestar en una única aplicación móvil modular.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permitirá registrar actividades, establecer metas y visualizar el progreso mediante módulos de Alimentación e Hidratación, Dejar de Fumar y Finanzas.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Además, incorporará un Dashboard, calendario y un sistema de puntos y recompensas que busca motivar la constancia de los usuarios.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Finalmente, el componente administrativo permitirá realizar las mantenciones y configuraciones necesarias para asegurar la continuidad y evolución del sistema.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